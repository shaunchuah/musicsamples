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60" r:id="rId3"/>
    <p:sldId id="261" r:id="rId4"/>
  </p:sldIdLst>
  <p:sldSz cx="3600450" cy="1079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" userDrawn="1">
          <p15:clr>
            <a:srgbClr val="A4A3A4"/>
          </p15:clr>
        </p15:guide>
        <p15:guide id="2" pos="11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55BB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43" autoAdjust="0"/>
    <p:restoredTop sz="94660"/>
  </p:normalViewPr>
  <p:slideViewPr>
    <p:cSldViewPr snapToGrid="0" showGuides="1">
      <p:cViewPr varScale="1">
        <p:scale>
          <a:sx n="400" d="100"/>
          <a:sy n="400" d="100"/>
        </p:scale>
        <p:origin x="1384" y="1464"/>
      </p:cViewPr>
      <p:guideLst>
        <p:guide orient="horz" pos="340"/>
        <p:guide pos="11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0056" y="176668"/>
            <a:ext cx="2700338" cy="375826"/>
          </a:xfrm>
        </p:spPr>
        <p:txBody>
          <a:bodyPr anchor="b"/>
          <a:lstStyle>
            <a:lvl1pPr algn="ctr">
              <a:defRPr sz="9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566988"/>
            <a:ext cx="2700338" cy="260629"/>
          </a:xfrm>
        </p:spPr>
        <p:txBody>
          <a:bodyPr/>
          <a:lstStyle>
            <a:lvl1pPr marL="0" indent="0" algn="ctr">
              <a:buNone/>
              <a:defRPr sz="378"/>
            </a:lvl1pPr>
            <a:lvl2pPr marL="71963" indent="0" algn="ctr">
              <a:buNone/>
              <a:defRPr sz="315"/>
            </a:lvl2pPr>
            <a:lvl3pPr marL="143927" indent="0" algn="ctr">
              <a:buNone/>
              <a:defRPr sz="283"/>
            </a:lvl3pPr>
            <a:lvl4pPr marL="215890" indent="0" algn="ctr">
              <a:buNone/>
              <a:defRPr sz="252"/>
            </a:lvl4pPr>
            <a:lvl5pPr marL="287853" indent="0" algn="ctr">
              <a:buNone/>
              <a:defRPr sz="252"/>
            </a:lvl5pPr>
            <a:lvl6pPr marL="359816" indent="0" algn="ctr">
              <a:buNone/>
              <a:defRPr sz="252"/>
            </a:lvl6pPr>
            <a:lvl7pPr marL="431780" indent="0" algn="ctr">
              <a:buNone/>
              <a:defRPr sz="252"/>
            </a:lvl7pPr>
            <a:lvl8pPr marL="503743" indent="0" algn="ctr">
              <a:buNone/>
              <a:defRPr sz="252"/>
            </a:lvl8pPr>
            <a:lvl9pPr marL="575706" indent="0" algn="ctr">
              <a:buNone/>
              <a:defRPr sz="25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0E1C8-151A-41B5-9C68-520A04EE1AF2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28F0-2422-43B6-BF77-F2EB9020E0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30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0E1C8-151A-41B5-9C68-520A04EE1AF2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28F0-2422-43B6-BF77-F2EB9020E0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7487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269125"/>
            <a:ext cx="3105388" cy="449042"/>
          </a:xfrm>
        </p:spPr>
        <p:txBody>
          <a:bodyPr anchor="b"/>
          <a:lstStyle>
            <a:lvl1pPr>
              <a:defRPr sz="9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722415"/>
            <a:ext cx="3105388" cy="236141"/>
          </a:xfrm>
        </p:spPr>
        <p:txBody>
          <a:bodyPr/>
          <a:lstStyle>
            <a:lvl1pPr marL="0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1pPr>
            <a:lvl2pPr marL="71963" indent="0">
              <a:buNone/>
              <a:defRPr sz="315">
                <a:solidFill>
                  <a:schemeClr val="tx1">
                    <a:tint val="75000"/>
                  </a:schemeClr>
                </a:solidFill>
              </a:defRPr>
            </a:lvl2pPr>
            <a:lvl3pPr marL="143927" indent="0">
              <a:buNone/>
              <a:defRPr sz="283">
                <a:solidFill>
                  <a:schemeClr val="tx1">
                    <a:tint val="75000"/>
                  </a:schemeClr>
                </a:solidFill>
              </a:defRPr>
            </a:lvl3pPr>
            <a:lvl4pPr marL="215890" indent="0">
              <a:buNone/>
              <a:defRPr sz="252">
                <a:solidFill>
                  <a:schemeClr val="tx1">
                    <a:tint val="75000"/>
                  </a:schemeClr>
                </a:solidFill>
              </a:defRPr>
            </a:lvl4pPr>
            <a:lvl5pPr marL="287853" indent="0">
              <a:buNone/>
              <a:defRPr sz="252">
                <a:solidFill>
                  <a:schemeClr val="tx1">
                    <a:tint val="75000"/>
                  </a:schemeClr>
                </a:solidFill>
              </a:defRPr>
            </a:lvl5pPr>
            <a:lvl6pPr marL="359816" indent="0">
              <a:buNone/>
              <a:defRPr sz="252">
                <a:solidFill>
                  <a:schemeClr val="tx1">
                    <a:tint val="75000"/>
                  </a:schemeClr>
                </a:solidFill>
              </a:defRPr>
            </a:lvl6pPr>
            <a:lvl7pPr marL="431780" indent="0">
              <a:buNone/>
              <a:defRPr sz="252">
                <a:solidFill>
                  <a:schemeClr val="tx1">
                    <a:tint val="75000"/>
                  </a:schemeClr>
                </a:solidFill>
              </a:defRPr>
            </a:lvl7pPr>
            <a:lvl8pPr marL="503743" indent="0">
              <a:buNone/>
              <a:defRPr sz="252">
                <a:solidFill>
                  <a:schemeClr val="tx1">
                    <a:tint val="75000"/>
                  </a:schemeClr>
                </a:solidFill>
              </a:defRPr>
            </a:lvl8pPr>
            <a:lvl9pPr marL="575706" indent="0">
              <a:buNone/>
              <a:defRPr sz="25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0E1C8-151A-41B5-9C68-520A04EE1AF2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28F0-2422-43B6-BF77-F2EB9020E0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7890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287367"/>
            <a:ext cx="1530191" cy="6849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287367"/>
            <a:ext cx="1530191" cy="6849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0E1C8-151A-41B5-9C68-520A04EE1AF2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28F0-2422-43B6-BF77-F2EB9020E0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3692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57474"/>
            <a:ext cx="3105388" cy="2086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264627"/>
            <a:ext cx="1523159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394318"/>
            <a:ext cx="1523159" cy="579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264627"/>
            <a:ext cx="1530660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394318"/>
            <a:ext cx="1530660" cy="579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0E1C8-151A-41B5-9C68-520A04EE1AF2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28F0-2422-43B6-BF77-F2EB9020E0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549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0E1C8-151A-41B5-9C68-520A04EE1AF2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28F0-2422-43B6-BF77-F2EB9020E0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351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0E1C8-151A-41B5-9C68-520A04EE1AF2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28F0-2422-43B6-BF77-F2EB9020E0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9115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71967"/>
            <a:ext cx="1161239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155428"/>
            <a:ext cx="1822728" cy="767145"/>
          </a:xfrm>
        </p:spPr>
        <p:txBody>
          <a:bodyPr/>
          <a:lstStyle>
            <a:lvl1pPr>
              <a:defRPr sz="504"/>
            </a:lvl1pPr>
            <a:lvl2pPr>
              <a:defRPr sz="441"/>
            </a:lvl2pPr>
            <a:lvl3pPr>
              <a:defRPr sz="378"/>
            </a:lvl3pPr>
            <a:lvl4pPr>
              <a:defRPr sz="315"/>
            </a:lvl4pPr>
            <a:lvl5pPr>
              <a:defRPr sz="315"/>
            </a:lvl5pPr>
            <a:lvl6pPr>
              <a:defRPr sz="315"/>
            </a:lvl6pPr>
            <a:lvl7pPr>
              <a:defRPr sz="315"/>
            </a:lvl7pPr>
            <a:lvl8pPr>
              <a:defRPr sz="315"/>
            </a:lvl8pPr>
            <a:lvl9pPr>
              <a:defRPr sz="3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323850"/>
            <a:ext cx="1161239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0E1C8-151A-41B5-9C68-520A04EE1AF2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28F0-2422-43B6-BF77-F2EB9020E0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3486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71967"/>
            <a:ext cx="1161239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155428"/>
            <a:ext cx="1822728" cy="767145"/>
          </a:xfrm>
        </p:spPr>
        <p:txBody>
          <a:bodyPr anchor="t"/>
          <a:lstStyle>
            <a:lvl1pPr marL="0" indent="0">
              <a:buNone/>
              <a:defRPr sz="504"/>
            </a:lvl1pPr>
            <a:lvl2pPr marL="71963" indent="0">
              <a:buNone/>
              <a:defRPr sz="441"/>
            </a:lvl2pPr>
            <a:lvl3pPr marL="143927" indent="0">
              <a:buNone/>
              <a:defRPr sz="378"/>
            </a:lvl3pPr>
            <a:lvl4pPr marL="215890" indent="0">
              <a:buNone/>
              <a:defRPr sz="315"/>
            </a:lvl4pPr>
            <a:lvl5pPr marL="287853" indent="0">
              <a:buNone/>
              <a:defRPr sz="315"/>
            </a:lvl5pPr>
            <a:lvl6pPr marL="359816" indent="0">
              <a:buNone/>
              <a:defRPr sz="315"/>
            </a:lvl6pPr>
            <a:lvl7pPr marL="431780" indent="0">
              <a:buNone/>
              <a:defRPr sz="315"/>
            </a:lvl7pPr>
            <a:lvl8pPr marL="503743" indent="0">
              <a:buNone/>
              <a:defRPr sz="315"/>
            </a:lvl8pPr>
            <a:lvl9pPr marL="575706" indent="0">
              <a:buNone/>
              <a:defRPr sz="31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323850"/>
            <a:ext cx="1161239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0E1C8-151A-41B5-9C68-520A04EE1AF2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28F0-2422-43B6-BF77-F2EB9020E0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565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0E1C8-151A-41B5-9C68-520A04EE1AF2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28F0-2422-43B6-BF77-F2EB9020E0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845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57474"/>
            <a:ext cx="776347" cy="9148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57474"/>
            <a:ext cx="2284035" cy="9148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0E1C8-151A-41B5-9C68-520A04EE1AF2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28F0-2422-43B6-BF77-F2EB9020E0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361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57474"/>
            <a:ext cx="3105388" cy="208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287367"/>
            <a:ext cx="3105388" cy="684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1000537"/>
            <a:ext cx="810101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0E1C8-151A-41B5-9C68-520A04EE1AF2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1000537"/>
            <a:ext cx="1215152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1000537"/>
            <a:ext cx="810101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428F0-2422-43B6-BF77-F2EB9020E0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519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3927" rtl="0" eaLnBrk="1" latinLnBrk="0" hangingPunct="1">
        <a:lnSpc>
          <a:spcPct val="90000"/>
        </a:lnSpc>
        <a:spcBef>
          <a:spcPct val="0"/>
        </a:spcBef>
        <a:buNone/>
        <a:defRPr sz="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82" indent="-35982" algn="l" defTabSz="143927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1pPr>
      <a:lvl2pPr marL="10794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7990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15" kern="1200">
          <a:solidFill>
            <a:schemeClr val="tx1"/>
          </a:solidFill>
          <a:latin typeface="+mn-lt"/>
          <a:ea typeface="+mn-ea"/>
          <a:cs typeface="+mn-cs"/>
        </a:defRPr>
      </a:lvl3pPr>
      <a:lvl4pPr marL="25187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32383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9579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6776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3972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61168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1pPr>
      <a:lvl2pPr marL="7196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2pPr>
      <a:lvl3pPr marL="143927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3pPr>
      <a:lvl4pPr marL="21589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28785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5981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3178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0374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57570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55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D97430-4F9F-41FF-926C-F638104AC83B}"/>
              </a:ext>
            </a:extLst>
          </p:cNvPr>
          <p:cNvSpPr txBox="1"/>
          <p:nvPr/>
        </p:nvSpPr>
        <p:spPr>
          <a:xfrm>
            <a:off x="1137829" y="20547"/>
            <a:ext cx="2050561" cy="1200329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GB" sz="7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trac</a:t>
            </a:r>
          </a:p>
        </p:txBody>
      </p:sp>
      <p:sp>
        <p:nvSpPr>
          <p:cNvPr id="17" name="Google Shape;4956;p65">
            <a:extLst>
              <a:ext uri="{FF2B5EF4-FFF2-40B4-BE49-F238E27FC236}">
                <a16:creationId xmlns:a16="http://schemas.microsoft.com/office/drawing/2014/main" id="{057B9EA0-9544-40CB-8433-2D007290CE36}"/>
              </a:ext>
            </a:extLst>
          </p:cNvPr>
          <p:cNvSpPr/>
          <p:nvPr/>
        </p:nvSpPr>
        <p:spPr>
          <a:xfrm>
            <a:off x="889149" y="373092"/>
            <a:ext cx="248680" cy="333314"/>
          </a:xfrm>
          <a:custGeom>
            <a:avLst/>
            <a:gdLst/>
            <a:ahLst/>
            <a:cxnLst/>
            <a:rect l="l" t="t" r="r" b="b"/>
            <a:pathLst>
              <a:path w="1148" h="1662" extrusionOk="0">
                <a:moveTo>
                  <a:pt x="52" y="1"/>
                </a:moveTo>
                <a:cubicBezTo>
                  <a:pt x="27" y="1"/>
                  <a:pt x="0" y="24"/>
                  <a:pt x="0" y="56"/>
                </a:cubicBezTo>
                <a:lnTo>
                  <a:pt x="0" y="200"/>
                </a:lnTo>
                <a:cubicBezTo>
                  <a:pt x="0" y="243"/>
                  <a:pt x="22" y="279"/>
                  <a:pt x="51" y="308"/>
                </a:cubicBezTo>
                <a:lnTo>
                  <a:pt x="700" y="791"/>
                </a:lnTo>
                <a:cubicBezTo>
                  <a:pt x="729" y="813"/>
                  <a:pt x="729" y="849"/>
                  <a:pt x="700" y="871"/>
                </a:cubicBezTo>
                <a:lnTo>
                  <a:pt x="51" y="1354"/>
                </a:lnTo>
                <a:cubicBezTo>
                  <a:pt x="22" y="1383"/>
                  <a:pt x="0" y="1419"/>
                  <a:pt x="0" y="1462"/>
                </a:cubicBezTo>
                <a:lnTo>
                  <a:pt x="0" y="1613"/>
                </a:lnTo>
                <a:cubicBezTo>
                  <a:pt x="0" y="1639"/>
                  <a:pt x="26" y="1661"/>
                  <a:pt x="51" y="1661"/>
                </a:cubicBezTo>
                <a:cubicBezTo>
                  <a:pt x="61" y="1661"/>
                  <a:pt x="71" y="1658"/>
                  <a:pt x="80" y="1649"/>
                </a:cubicBezTo>
                <a:lnTo>
                  <a:pt x="1111" y="878"/>
                </a:lnTo>
                <a:cubicBezTo>
                  <a:pt x="1147" y="856"/>
                  <a:pt x="1147" y="806"/>
                  <a:pt x="1111" y="784"/>
                </a:cubicBezTo>
                <a:lnTo>
                  <a:pt x="80" y="12"/>
                </a:lnTo>
                <a:cubicBezTo>
                  <a:pt x="72" y="4"/>
                  <a:pt x="62" y="1"/>
                  <a:pt x="5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36EB5E9-8398-421D-B7B9-695C4FBF56F2}"/>
              </a:ext>
            </a:extLst>
          </p:cNvPr>
          <p:cNvSpPr>
            <a:spLocks noChangeAspect="1"/>
          </p:cNvSpPr>
          <p:nvPr/>
        </p:nvSpPr>
        <p:spPr>
          <a:xfrm>
            <a:off x="3149710" y="503796"/>
            <a:ext cx="277716" cy="27771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4A9AD4-4D8B-46BA-A88C-3A461A39D5CC}"/>
              </a:ext>
            </a:extLst>
          </p:cNvPr>
          <p:cNvSpPr txBox="1"/>
          <p:nvPr/>
        </p:nvSpPr>
        <p:spPr>
          <a:xfrm>
            <a:off x="90558" y="43745"/>
            <a:ext cx="808235" cy="1200329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GB" sz="7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851603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D97430-4F9F-41FF-926C-F638104AC83B}"/>
              </a:ext>
            </a:extLst>
          </p:cNvPr>
          <p:cNvSpPr txBox="1"/>
          <p:nvPr/>
        </p:nvSpPr>
        <p:spPr>
          <a:xfrm>
            <a:off x="1137829" y="-82357"/>
            <a:ext cx="2050561" cy="1200329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GB" sz="7200" dirty="0">
                <a:solidFill>
                  <a:srgbClr val="3055B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trac</a:t>
            </a:r>
          </a:p>
        </p:txBody>
      </p:sp>
      <p:sp>
        <p:nvSpPr>
          <p:cNvPr id="17" name="Google Shape;4956;p65">
            <a:extLst>
              <a:ext uri="{FF2B5EF4-FFF2-40B4-BE49-F238E27FC236}">
                <a16:creationId xmlns:a16="http://schemas.microsoft.com/office/drawing/2014/main" id="{057B9EA0-9544-40CB-8433-2D007290CE36}"/>
              </a:ext>
            </a:extLst>
          </p:cNvPr>
          <p:cNvSpPr/>
          <p:nvPr/>
        </p:nvSpPr>
        <p:spPr>
          <a:xfrm>
            <a:off x="889149" y="270188"/>
            <a:ext cx="248680" cy="333314"/>
          </a:xfrm>
          <a:custGeom>
            <a:avLst/>
            <a:gdLst/>
            <a:ahLst/>
            <a:cxnLst/>
            <a:rect l="l" t="t" r="r" b="b"/>
            <a:pathLst>
              <a:path w="1148" h="1662" extrusionOk="0">
                <a:moveTo>
                  <a:pt x="52" y="1"/>
                </a:moveTo>
                <a:cubicBezTo>
                  <a:pt x="27" y="1"/>
                  <a:pt x="0" y="24"/>
                  <a:pt x="0" y="56"/>
                </a:cubicBezTo>
                <a:lnTo>
                  <a:pt x="0" y="200"/>
                </a:lnTo>
                <a:cubicBezTo>
                  <a:pt x="0" y="243"/>
                  <a:pt x="22" y="279"/>
                  <a:pt x="51" y="308"/>
                </a:cubicBezTo>
                <a:lnTo>
                  <a:pt x="700" y="791"/>
                </a:lnTo>
                <a:cubicBezTo>
                  <a:pt x="729" y="813"/>
                  <a:pt x="729" y="849"/>
                  <a:pt x="700" y="871"/>
                </a:cubicBezTo>
                <a:lnTo>
                  <a:pt x="51" y="1354"/>
                </a:lnTo>
                <a:cubicBezTo>
                  <a:pt x="22" y="1383"/>
                  <a:pt x="0" y="1419"/>
                  <a:pt x="0" y="1462"/>
                </a:cubicBezTo>
                <a:lnTo>
                  <a:pt x="0" y="1613"/>
                </a:lnTo>
                <a:cubicBezTo>
                  <a:pt x="0" y="1639"/>
                  <a:pt x="26" y="1661"/>
                  <a:pt x="51" y="1661"/>
                </a:cubicBezTo>
                <a:cubicBezTo>
                  <a:pt x="61" y="1661"/>
                  <a:pt x="71" y="1658"/>
                  <a:pt x="80" y="1649"/>
                </a:cubicBezTo>
                <a:lnTo>
                  <a:pt x="1111" y="878"/>
                </a:lnTo>
                <a:cubicBezTo>
                  <a:pt x="1147" y="856"/>
                  <a:pt x="1147" y="806"/>
                  <a:pt x="1111" y="784"/>
                </a:cubicBezTo>
                <a:lnTo>
                  <a:pt x="80" y="12"/>
                </a:lnTo>
                <a:cubicBezTo>
                  <a:pt x="72" y="4"/>
                  <a:pt x="62" y="1"/>
                  <a:pt x="52" y="1"/>
                </a:cubicBezTo>
                <a:close/>
              </a:path>
            </a:pathLst>
          </a:custGeom>
          <a:solidFill>
            <a:srgbClr val="3055BB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endParaRPr sz="3600">
              <a:solidFill>
                <a:srgbClr val="3055BB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36EB5E9-8398-421D-B7B9-695C4FBF56F2}"/>
              </a:ext>
            </a:extLst>
          </p:cNvPr>
          <p:cNvSpPr>
            <a:spLocks noChangeAspect="1"/>
          </p:cNvSpPr>
          <p:nvPr/>
        </p:nvSpPr>
        <p:spPr>
          <a:xfrm>
            <a:off x="3149710" y="400892"/>
            <a:ext cx="277716" cy="277716"/>
          </a:xfrm>
          <a:prstGeom prst="roundRect">
            <a:avLst/>
          </a:prstGeom>
          <a:solidFill>
            <a:srgbClr val="3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4A9AD4-4D8B-46BA-A88C-3A461A39D5CC}"/>
              </a:ext>
            </a:extLst>
          </p:cNvPr>
          <p:cNvSpPr txBox="1"/>
          <p:nvPr/>
        </p:nvSpPr>
        <p:spPr>
          <a:xfrm>
            <a:off x="90558" y="-59159"/>
            <a:ext cx="808235" cy="1200329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GB" sz="7200" dirty="0">
                <a:solidFill>
                  <a:srgbClr val="3055B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568506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92022-707F-A78A-70CD-14E8604B0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B8DBF28-18A2-BBB2-6321-45A95A2A9FE5}"/>
              </a:ext>
            </a:extLst>
          </p:cNvPr>
          <p:cNvGrpSpPr/>
          <p:nvPr/>
        </p:nvGrpSpPr>
        <p:grpSpPr>
          <a:xfrm>
            <a:off x="194408" y="-64368"/>
            <a:ext cx="3110034" cy="1208236"/>
            <a:chOff x="213406" y="-68322"/>
            <a:chExt cx="3110034" cy="120823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8571DA-11D2-A480-0AC1-FB5FA1030B67}"/>
                </a:ext>
              </a:extLst>
            </p:cNvPr>
            <p:cNvSpPr txBox="1"/>
            <p:nvPr/>
          </p:nvSpPr>
          <p:spPr>
            <a:xfrm>
              <a:off x="1137829" y="-60415"/>
              <a:ext cx="1907895" cy="1200329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GB" sz="7200" dirty="0">
                  <a:latin typeface="Geist" pitchFamily="2" charset="77"/>
                  <a:ea typeface="Geist" pitchFamily="2" charset="77"/>
                  <a:cs typeface="Geist" pitchFamily="2" charset="77"/>
                </a:rPr>
                <a:t>trac</a:t>
              </a:r>
            </a:p>
          </p:txBody>
        </p:sp>
        <p:sp>
          <p:nvSpPr>
            <p:cNvPr id="17" name="Google Shape;4956;p65">
              <a:extLst>
                <a:ext uri="{FF2B5EF4-FFF2-40B4-BE49-F238E27FC236}">
                  <a16:creationId xmlns:a16="http://schemas.microsoft.com/office/drawing/2014/main" id="{59E6519B-855E-70D3-8F1C-D0D0C5F791E5}"/>
                </a:ext>
              </a:extLst>
            </p:cNvPr>
            <p:cNvSpPr/>
            <p:nvPr/>
          </p:nvSpPr>
          <p:spPr>
            <a:xfrm>
              <a:off x="946299" y="365186"/>
              <a:ext cx="248680" cy="333314"/>
            </a:xfrm>
            <a:custGeom>
              <a:avLst/>
              <a:gdLst/>
              <a:ahLst/>
              <a:cxnLst/>
              <a:rect l="l" t="t" r="r" b="b"/>
              <a:pathLst>
                <a:path w="1148" h="1662" extrusionOk="0">
                  <a:moveTo>
                    <a:pt x="52" y="1"/>
                  </a:moveTo>
                  <a:cubicBezTo>
                    <a:pt x="27" y="1"/>
                    <a:pt x="0" y="24"/>
                    <a:pt x="0" y="56"/>
                  </a:cubicBezTo>
                  <a:lnTo>
                    <a:pt x="0" y="200"/>
                  </a:lnTo>
                  <a:cubicBezTo>
                    <a:pt x="0" y="243"/>
                    <a:pt x="22" y="279"/>
                    <a:pt x="51" y="308"/>
                  </a:cubicBezTo>
                  <a:lnTo>
                    <a:pt x="700" y="791"/>
                  </a:lnTo>
                  <a:cubicBezTo>
                    <a:pt x="729" y="813"/>
                    <a:pt x="729" y="849"/>
                    <a:pt x="700" y="871"/>
                  </a:cubicBezTo>
                  <a:lnTo>
                    <a:pt x="51" y="1354"/>
                  </a:lnTo>
                  <a:cubicBezTo>
                    <a:pt x="22" y="1383"/>
                    <a:pt x="0" y="1419"/>
                    <a:pt x="0" y="1462"/>
                  </a:cubicBezTo>
                  <a:lnTo>
                    <a:pt x="0" y="1613"/>
                  </a:lnTo>
                  <a:cubicBezTo>
                    <a:pt x="0" y="1639"/>
                    <a:pt x="26" y="1661"/>
                    <a:pt x="51" y="1661"/>
                  </a:cubicBezTo>
                  <a:cubicBezTo>
                    <a:pt x="61" y="1661"/>
                    <a:pt x="71" y="1658"/>
                    <a:pt x="80" y="1649"/>
                  </a:cubicBezTo>
                  <a:lnTo>
                    <a:pt x="1111" y="878"/>
                  </a:lnTo>
                  <a:cubicBezTo>
                    <a:pt x="1147" y="856"/>
                    <a:pt x="1147" y="806"/>
                    <a:pt x="1111" y="784"/>
                  </a:cubicBezTo>
                  <a:lnTo>
                    <a:pt x="80" y="12"/>
                  </a:lnTo>
                  <a:cubicBezTo>
                    <a:pt x="72" y="4"/>
                    <a:pt x="62" y="1"/>
                    <a:pt x="52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endParaRPr sz="360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991CA826-51D4-4599-7EDF-1CEA5705FA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5724" y="559642"/>
              <a:ext cx="277716" cy="277716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600">
                <a:solidFill>
                  <a:schemeClr val="tx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F1A65CA-823F-AA8A-6A48-67EE1CDFA4CF}"/>
                </a:ext>
              </a:extLst>
            </p:cNvPr>
            <p:cNvSpPr txBox="1"/>
            <p:nvPr/>
          </p:nvSpPr>
          <p:spPr>
            <a:xfrm>
              <a:off x="213406" y="-68322"/>
              <a:ext cx="732893" cy="1200329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GB" sz="7200" dirty="0">
                  <a:latin typeface="Geist" pitchFamily="2" charset="77"/>
                  <a:ea typeface="Geist" pitchFamily="2" charset="77"/>
                  <a:cs typeface="Geist" pitchFamily="2" charset="77"/>
                </a:rPr>
                <a:t>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90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</TotalTime>
  <Words>6</Words>
  <Application>Microsoft Macintosh PowerPoint</Application>
  <PresentationFormat>Custom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Geist</vt:lpstr>
      <vt:lpstr>Poppins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Cher Shiong Chuah</dc:creator>
  <cp:lastModifiedBy>Cher Shiong Chuah (NHS Greater Glasgow and Clyde)</cp:lastModifiedBy>
  <cp:revision>15</cp:revision>
  <dcterms:created xsi:type="dcterms:W3CDTF">2020-11-26T12:01:05Z</dcterms:created>
  <dcterms:modified xsi:type="dcterms:W3CDTF">2026-01-07T14:16:00Z</dcterms:modified>
</cp:coreProperties>
</file>